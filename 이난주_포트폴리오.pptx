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91919"/>
                </a:solidFill>
              </a:defRPr>
            </a:pPr>
            <a:r>
              <a:t>Brand Maker : 이난주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CONTENTS · DATA-BASED STRATEGY · AI</a:t>
            </a:r>
            <a:br/>
            <a:r>
              <a:t>F&amp;F · 브랜드 마케팅 · 4년+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1919"/>
                </a:solidFill>
              </a:defRPr>
            </a:pPr>
            <a:r>
              <a:t>뉴미디어 채널과 콘텐츠로</a:t>
            </a:r>
            <a:br/>
            <a:r>
              <a:t>브랜드를 성장시키는 IMC 마케터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라이프스타일 패션 브랜드에서 IMC 마케터로 일하며 브랜딩과 매출이라는 두 축을 실질적인 성과로 연결해왔습니다. 데이터와 감각을 균형감 있게 다루며 팀과 속도를 맞춰가는 방식으로, 브랜드의 성장은 팀 전체가 목표를 함께 향할 때 가능하다고 믿습니다.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1919"/>
                </a:solidFill>
              </a:defRPr>
            </a:pPr>
            <a:r>
              <a:t>4+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Years at F&amp;F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1919"/>
                </a:solidFill>
              </a:defRPr>
            </a:pPr>
            <a:r>
              <a:t>500만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Max Contents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1919"/>
                </a:solidFill>
              </a:defRPr>
            </a:pPr>
            <a:r>
              <a:t>손익분기점 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신규 브랜드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919"/>
                </a:solidFill>
              </a:defRPr>
            </a:pPr>
            <a:r>
              <a:t>핵심 역량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</a:defRPr>
            </a:pPr>
            <a:r>
              <a:t>IMC 전략 &amp; 브랜드 성장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SNS·PR·셀럽·팝업·광고를 하나의 메시지로 통합</a:t>
            </a:r>
            <a:br/>
            <a:r>
              <a:t>6개월 만에 인지도·매출 2배 성장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</a:defRPr>
            </a:pPr>
            <a:r>
              <a:t>데이터 기반 퍼포먼스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8288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CTR/CVR/ROAS 분석, AI 툴 활용</a:t>
            </a:r>
            <a:br/>
            <a:r>
              <a:t>광고비 20% 절감 + 전환율 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</a:defRPr>
            </a:pPr>
            <a:r>
              <a:t>온·오프라인 리테일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더현대·EQL·롯데월드몰 팝업 A to Z</a:t>
            </a:r>
            <a:br/>
            <a:r>
              <a:t>검색 유입 150~400%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91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291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919"/>
                </a:solidFill>
              </a:defRPr>
            </a:pPr>
            <a:r>
              <a:t>AI 기반 업무 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657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SQL 기반 KPI 대시보드 구축</a:t>
            </a:r>
            <a:br/>
            <a:r>
              <a:t>회의 자료 제작 시간 3배 단축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셀럽/인플루언서 · IMC · PM  |  2024.09 - 2025.02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듀베티카 24FW 셀럽/인플루언서 협업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[PM] 리브랜딩 이후 듀베티카가 가진 패딩 헤리티지/프리미엄 무드를 대중에게 확산시키고, 'NEXT 몽클레르' 포지셔닝을 만들기 위해 셀럽(김지원) → 인플루언서 → 커뮤니티 → 실수요층으로 이어지는 IMC 메시지 통합을 설계·실행한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</a:defRPr>
            </a:pPr>
            <a:r>
              <a:t>👤 My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기획 (80%): 타깃 재정의, 포지셔닝, 메시지 통합 설계</a:t>
            </a:r>
            <a:br/>
            <a:r>
              <a:t>• 실행 (100%): 셀럽 활용, 팝업, 옥외광고, 바이럴 연결</a:t>
            </a:r>
            <a:br/>
            <a:r>
              <a:t>• 분석 (100%): 노출→인스타→커뮤니티→실수요 퍼널 추적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🔍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브랜드 인지도 개선 필요</a:t>
            </a:r>
            <a:br/>
            <a:r>
              <a:t>• 아웃도어 치우친 톤앤매너 재정립</a:t>
            </a:r>
            <a:br/>
            <a:r>
              <a:t>• 마케팅 타깃 연령 30대 여성으로 낮추기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💡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셀럽 앵커: 김지원 이미지로 포지셔닝 직관화</a:t>
            </a:r>
            <a:br/>
            <a:r>
              <a:t>• 연결고리 설계: 셀럽→팝업→인플루언서 체인</a:t>
            </a:r>
            <a:br/>
            <a:r>
              <a:t>• 키 아이템 메이킹: 판쵸 스타일 중심 선택/설득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📈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셀럽 콘텐츠 조회수 500만</a:t>
            </a:r>
            <a:br/>
            <a:r>
              <a:t>• 키 아이템 매출 4배 증가</a:t>
            </a:r>
            <a:br/>
            <a:r>
              <a:t>• 연간 검색량 &amp; 매출 2배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💭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디테일이 브랜드를 만든다 — 모든 터치포인트를 하나의 문장처럼 연결할 때 전달력이 커진다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Flagship · Collaboration · PM  |  2025.08 - 2025.10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세르지오 타키니 한남 플래그십 &amp; 콜라보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[PM 총괄] 60년 헤리티지를 가진 스포츠 브랜드를 클래식 웰니스 라이프스타일 브랜드로 확장. 앰버서더 박지현 이미지와 한남 플래그십을 거점으로 2030 여성 타깃 유입 및 매출 전환 2배 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</a:defRPr>
            </a:pPr>
            <a:r>
              <a:t>👤 My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기획 리드 (100%): 플래그십 오픈, 콜라보 기획</a:t>
            </a:r>
            <a:br/>
            <a:r>
              <a:t>• 실행 (85%): 현장 운영, 셀럽/인플루언서 마케팅</a:t>
            </a:r>
            <a:br/>
            <a:r>
              <a:t>• 분석 (100%): 동선/체험/촬영 스팟 설계, 성과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🔍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테니스 브랜드로 고착된 이미지 개선</a:t>
            </a:r>
            <a:br/>
            <a:r>
              <a:t>• 헤리티지 중심 톤앤매너 재정립</a:t>
            </a:r>
            <a:br/>
            <a:r>
              <a:t>• 마케팅 타깃 20대 여성으로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💡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앰버서더 박지현으로 브랜드 리프레시</a:t>
            </a:r>
            <a:br/>
            <a:r>
              <a:t>• 한남 플래그십을 확산 거점화</a:t>
            </a:r>
            <a:br/>
            <a:r>
              <a:t>• 라이프스타일 카테고리(셋업/니트)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📈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한남 플래그십 유입·매출 전환 2배</a:t>
            </a:r>
            <a:br/>
            <a:r>
              <a:t>• 단일 콘텐츠 조회수 300만+</a:t>
            </a:r>
            <a:br/>
            <a:r>
              <a:t>• 키 아이템 월간 매출 TOP 5</a:t>
            </a:r>
            <a:br/>
            <a:r>
              <a:t>• 오가닉 콘텐츠 약 400건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💭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브랜드 강/약점 진단 → 타깃 커뮤니티가 납득할 가치 제시 → 내외부 메시지 일관성이 성과를 좌우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[ 카테고리 ]  |  [ 기간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현대카드 슈퍼매치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[ 프로젝트 요약 - 내용 입력 필요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</a:defRPr>
            </a:pPr>
            <a:r>
              <a:t>👤 My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[ 역할 입력 필요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🔍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[ 문제 입력 필요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💡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[ 솔루션 입력 필요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📈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[ 결과 입력 필요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💭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[ 인사이트 입력 필요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Retail Pop-up · PM  |  2025.02 - 2025.04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세르지오 타키니 EQL 성수 팝업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[PM 리드] 성수 상권에 맞는 감도로 브랜드 재해석. 타겟 연령층 2030으로 확장하고 SNS 노출 극대화를 위한 체험형 공간을 기획부터 현장 운영까지 전 과정 주도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</a:defRPr>
            </a:pPr>
            <a:r>
              <a:t>👤 My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기획 리드 (100%): 팝업 비주얼, 브랜드 재해석</a:t>
            </a:r>
            <a:br/>
            <a:r>
              <a:t>• 실행 (90%): 오픈행사 운영, 인플루언서 초청</a:t>
            </a:r>
            <a:br/>
            <a:r>
              <a:t>• 분석 (100%): 고객 동선, 촬영 스팟 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🔍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성수 상권에 맞는 브랜드 재해석 필요</a:t>
            </a:r>
            <a:br/>
            <a:r>
              <a:t>• 4050 → 2030 연령층 확장 필요</a:t>
            </a:r>
            <a:br/>
            <a:r>
              <a:t>• 빠른 트렌드 속 명확한 첫인상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💡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'고객의 촬영 행동' 중심 공간 설계</a:t>
            </a:r>
            <a:br/>
            <a:r>
              <a:t>• 제품 2~3개로 최소화, 무드 일관성</a:t>
            </a:r>
            <a:br/>
            <a:r>
              <a:t>• 인플루언서 초청 + SNS 바이럴 기획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📈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SNS 바이럴 조회수 300만+</a:t>
            </a:r>
            <a:br/>
            <a:r>
              <a:t>• 키 아이템 검색량 2배</a:t>
            </a:r>
            <a:br/>
            <a:r>
              <a:t>• 글로벌 고객층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💭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공간의 역할 재정의 — 성수에서는 오프라인 목적이 판매보다 '온라인 확산 가능한 브랜드 경험'이어야 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Global Event · PM  |  2025.02 - 2025.05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몬테카를로 마스터즈 MCCC 글로벌 행사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[PM 리드] 글로벌 테니스 대회 스폰서십을 활용한 브랜드 테니스 헤리티지 강화 프로젝트. 셀럽 초청 이벤트 기획 및 멀티 유즈 관점의 콘텐츠 자산 확보 주도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</a:defRPr>
            </a:pPr>
            <a:r>
              <a:t>👤 My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기획 리드 (100%): 셀럽 초청 타임라인, 동선/착장/촬영 설계</a:t>
            </a:r>
            <a:br/>
            <a:r>
              <a:t>• 실행 (70%): 현장 운영, 해외 행사 운영비 관리</a:t>
            </a:r>
            <a:br/>
            <a:r>
              <a:t>• 분석 (100%): PR·바이럴 전략, 채널별 촬영 구도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🔍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브랜드 테니스 헤리티지 강화 필요</a:t>
            </a:r>
            <a:br/>
            <a:r>
              <a:t>• 해외/국내 팬층 내 인지도 확장</a:t>
            </a:r>
            <a:br/>
            <a:r>
              <a:t>• 제약조건 속 글로벌 콘텐츠 자산 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💡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셀럽 초청 행사 타임라인 및 현장 운영 기획</a:t>
            </a:r>
            <a:br/>
            <a:r>
              <a:t>• 온/오프라인 PR, 바이럴 전략 수립</a:t>
            </a:r>
            <a:br/>
            <a:r>
              <a:t>• 채널별 멀티 유즈 촬영 구도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📈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메인 콘텐츠 ENG 3.5만</a:t>
            </a:r>
            <a:br/>
            <a:r>
              <a:t>• 주요 콘텐츠 조회수 100~300만</a:t>
            </a:r>
            <a:br/>
            <a:r>
              <a:t>• 고퀄리티 콘텐츠 자산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💭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멀티 유즈 관점의 기획 — 현장의 화려함보다 '얼마나 오래, 여러 채널에서 쓸 수 있는지'가 중요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Strategy · PM  |  2021.10 -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시즌 IMC 전략 수립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[전략 리드] 브랜딩과 세일즈가 동시에 작동하는 통합 마케팅 전략을 시즌별로 리드. 데이터 기반 KPI 설정과 예산 배분으로 지속 가능한 성장 구조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</a:defRPr>
            </a:pPr>
            <a:r>
              <a:t>👤 My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전략 리드 (100%): 시즌별 상품 전략, KPI, 예산, 플래닝</a:t>
            </a:r>
            <a:br/>
            <a:r>
              <a:t>• 데이터 분석 (100%): 트렌드 리서치 자료 배포</a:t>
            </a:r>
            <a:br/>
            <a:r>
              <a:t>• 조직 조율 (60%): CEO 보고, 부서 회의체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🔍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채널, 예산, 메시지가 부서별로 분산</a:t>
            </a:r>
            <a:br/>
            <a:r>
              <a:t>• 감에 의존한 의사결정으로 우선순위 흔들림</a:t>
            </a:r>
            <a:br/>
            <a:r>
              <a:t>• 조직 내 공통 참고 지표 부재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💡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시즌별 상품 전략, KPI, 예산, 플래닝 리드</a:t>
            </a:r>
            <a:br/>
            <a:r>
              <a:t>• 데이터 기반 전략 및 트렌드 리서치 배포</a:t>
            </a:r>
            <a:br/>
            <a:r>
              <a:t>• MD/영업/온라인 등 세일즈 부서 협업 주도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📈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시즌별 인지도·매출 2배+</a:t>
            </a:r>
            <a:br/>
            <a:r>
              <a:t>• 전략/리서치/KPI 자료 템플릿화</a:t>
            </a:r>
            <a:br/>
            <a:r>
              <a:t>• 리드 타임 단축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💭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구조의 힘 — '좋은 아이디어'보다 '지속 가능한 성장 구조'가 더 중요. 조직을 같은 방향으로 움직이게 하는 브릿지 역할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AI · Automation  |  2025.08 -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1919"/>
                </a:solidFill>
              </a:defRPr>
            </a:pPr>
            <a:r>
              <a:t>AI Agent MKT KPI 대시보드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[개발 리드] 마케팅 KPI와 판매데이터를 연결하는 AI 기반 대시보드를 SQL 쿼리 설계부터 대시보드 제작까지 직접 개발. 회의 자료 제작 시간 3배 단축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</a:defRPr>
            </a:pPr>
            <a:r>
              <a:t>👤 My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기획 리드 (100%): MKT KPI-판매데이터 연결 구조 설계</a:t>
            </a:r>
            <a:br/>
            <a:r>
              <a:t>• 개발 (100%): Snowflake SQL 쿼리, AI 대시보드 제작</a:t>
            </a:r>
            <a:br/>
            <a:r>
              <a:t>• 자동화 구축 (100%): 주간 회의, CEO 보고 자료 자동화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🔍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마케팅 KPI와 판매데이터 연결 부재</a:t>
            </a:r>
            <a:br/>
            <a:r>
              <a:t>• 주간 회의, 보고 문서 제작에 과도한 시간</a:t>
            </a:r>
            <a:br/>
            <a:r>
              <a:t>• 실시간 KPI 기반 의사결정 환경 미비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💡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Snowflake SQL 데이터 자동화 쿼리 설계</a:t>
            </a:r>
            <a:br/>
            <a:r>
              <a:t>• AI 기반 인사이트 도출 KPI 대시보드 제작</a:t>
            </a:r>
            <a:br/>
            <a:r>
              <a:t>• 경쟁사 대비 SNS, 판매, 재고 데이터 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📈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• 자료 제작 시간 3배 단축</a:t>
            </a:r>
            <a:br/>
            <a:r>
              <a:t>• 의사결정 속도 향상</a:t>
            </a:r>
            <a:br/>
            <a:r>
              <a:t>• 부서 커뮤니케이션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💭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AI는 팀의 운영 전략 — AI는 단순히 도구가 아니라 팀의 일하는 방식을 바꾸는 운영 전략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19"/>
                </a:solidFill>
              </a:defRPr>
            </a:pPr>
            <a:r>
              <a:t>Let's Work</a:t>
            </a:r>
            <a:br/>
            <a:r>
              <a:t>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뉴미디어 채널과 콘텐츠로 브랜드를 성장시키는 IMC 마케터입니다.</a:t>
            </a:r>
            <a:br/>
            <a:r>
              <a:t>브랜드 커뮤니케이션 전략 수립부터 통합 마케팅, 국내외 협업 캠페인까지</a:t>
            </a:r>
            <a:br/>
            <a:r>
              <a:t>채널 × 콘텐츠 × 데이터를 연결해 브랜드를 빌드업합니다.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